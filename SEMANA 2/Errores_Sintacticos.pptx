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41020"/>
          </a:solidFill>
          <a:ln/>
        </p:spPr>
      </p:sp>
      <p:sp>
        <p:nvSpPr>
          <p:cNvPr id="3" name="Shape 1"/>
          <p:cNvSpPr/>
          <p:nvPr/>
        </p:nvSpPr>
        <p:spPr>
          <a:xfrm>
            <a:off x="3017520" y="0"/>
            <a:ext cx="22860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48640"/>
            <a:ext cx="2194560" cy="2194560"/>
          </a:xfrm>
          <a:prstGeom prst="ellipse">
            <a:avLst/>
          </a:prstGeom>
          <a:solidFill>
            <a:srgbClr val="0077B6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097280"/>
            <a:ext cx="1097280" cy="109728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Sintáctico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9144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SINTÁCTICOS</a:t>
            </a:r>
            <a:endParaRPr lang="en-US" sz="6400" dirty="0"/>
          </a:p>
        </p:txBody>
      </p:sp>
      <p:sp>
        <p:nvSpPr>
          <p:cNvPr id="10" name="Shape 8"/>
          <p:cNvSpPr/>
          <p:nvPr/>
        </p:nvSpPr>
        <p:spPr>
          <a:xfrm>
            <a:off x="3474720" y="2788920"/>
            <a:ext cx="5029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926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• Ejemplos • Detección • Recuperación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102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SINTÁCTICO — FASE 2 DEL COMPILADOR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LOS ERRORES SINTÁCTICOS?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naturaleza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474720" cy="34747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4747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/ &gt;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3291840" cy="68580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8221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Violación de reglas gramaticales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1188720"/>
            <a:ext cx="4572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18872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234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Violaciones gramaticales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15544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Ocurren cuando el código fuente no respeta las reglas de la gramática formal del lenguaje.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2377440"/>
            <a:ext cx="4572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0" y="237744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24231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Detectados por el parser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43400" y="27432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analizador sintáctico (parser) los identifica al construir el árbol de derivación.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3566160"/>
            <a:ext cx="4572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06240" y="356616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36118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Diferencia con errores léxicos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43400" y="39319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trata de tokens inválidos sino de secuencias de tokens que no forman estructuras válidas.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ERRORES SINTÁCTICOS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82880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11480" cy="411480"/>
          </a:xfrm>
          <a:prstGeom prst="ellipse">
            <a:avLst/>
          </a:prstGeom>
          <a:solidFill>
            <a:srgbClr val="FF6B6B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inesperado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un token donde la gramática no lo esperaba.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384048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1305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Ej: if x &gt; 5 then  →  'then' no es válido en C/Java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4114800" cy="182880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51560"/>
            <a:ext cx="4114800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Shape 12"/>
          <p:cNvSpPr/>
          <p:nvPr/>
        </p:nvSpPr>
        <p:spPr>
          <a:xfrm>
            <a:off x="4983480" y="1188720"/>
            <a:ext cx="411480" cy="411480"/>
          </a:xfrm>
          <a:prstGeom prst="ellipse">
            <a:avLst/>
          </a:prstGeom>
          <a:solidFill>
            <a:srgbClr val="FFD16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04688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faltante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un token requerido por la gramática del lenguaje.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2103120"/>
            <a:ext cx="384048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21305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Ej: int x = 5  →  falta ';' al final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63240"/>
            <a:ext cx="41148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200400"/>
            <a:ext cx="411480" cy="41148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3227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errónea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36118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Paréntesis, llaves o corchetes desbalanceados o mal ubicados.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114800"/>
            <a:ext cx="384048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41422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Ej: ( a + b * c ))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063240"/>
            <a:ext cx="4114800" cy="182880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063240"/>
            <a:ext cx="41148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0" name="Shape 28"/>
          <p:cNvSpPr/>
          <p:nvPr/>
        </p:nvSpPr>
        <p:spPr>
          <a:xfrm>
            <a:off x="4983480" y="3200400"/>
            <a:ext cx="411480" cy="411480"/>
          </a:xfrm>
          <a:prstGeom prst="ellipse">
            <a:avLst/>
          </a:prstGeom>
          <a:solidFill>
            <a:srgbClr val="06D6A0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04688" y="3227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ilegal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36118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de tokens que nunca forma una construcción válida.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4114800"/>
            <a:ext cx="384048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5047488" y="41422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Ej: int for = 10;  →  'for' es keyword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ERRORES SINTÁCTICOS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incorrecto vs. correcto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00584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Java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1188720"/>
            <a:ext cx="3291840" cy="1051560"/>
          </a:xfrm>
          <a:prstGeom prst="rect">
            <a:avLst/>
          </a:prstGeom>
          <a:solidFill>
            <a:srgbClr val="1A00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1188720"/>
            <a:ext cx="502920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1887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ERROR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17320" y="14813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&gt;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printf("positivo")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Falta 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188720"/>
            <a:ext cx="3291840" cy="1051560"/>
          </a:xfrm>
          <a:prstGeom prst="rect">
            <a:avLst/>
          </a:prstGeom>
          <a:solidFill>
            <a:srgbClr val="001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188720"/>
            <a:ext cx="548640" cy="2743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CORRECTO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983480" y="14813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&gt;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printf("positivo");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463040"/>
            <a:ext cx="502920" cy="502920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63440" y="1691640"/>
            <a:ext cx="24688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74320" y="2423160"/>
            <a:ext cx="100584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423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0" y="2423160"/>
            <a:ext cx="3291840" cy="1051560"/>
          </a:xfrm>
          <a:prstGeom prst="rect">
            <a:avLst/>
          </a:prstGeom>
          <a:solidFill>
            <a:srgbClr val="1A00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71600" y="2423160"/>
            <a:ext cx="502920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2423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ERROR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17320" y="27157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suma(a,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+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Falta 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423160"/>
            <a:ext cx="3291840" cy="1051560"/>
          </a:xfrm>
          <a:prstGeom prst="rect">
            <a:avLst/>
          </a:prstGeom>
          <a:solidFill>
            <a:srgbClr val="001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2423160"/>
            <a:ext cx="548640" cy="2743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423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CORRECTO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983480" y="27157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suma(a, b):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+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66760" y="2697480"/>
            <a:ext cx="502920" cy="502920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663440" y="2926080"/>
            <a:ext cx="24688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74320" y="3657600"/>
            <a:ext cx="100584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657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Expresiones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71600" y="3657600"/>
            <a:ext cx="3291840" cy="1051560"/>
          </a:xfrm>
          <a:prstGeom prst="rect">
            <a:avLst/>
          </a:prstGeom>
          <a:solidFill>
            <a:srgbClr val="1A00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371600" y="3657600"/>
            <a:ext cx="502920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1371600" y="3657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ERROR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417320" y="39502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(a + b * (c - 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Paréntesis desbalanceado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37760" y="3657600"/>
            <a:ext cx="3291840" cy="1051560"/>
          </a:xfrm>
          <a:prstGeom prst="rect">
            <a:avLst/>
          </a:prstGeom>
          <a:solidFill>
            <a:srgbClr val="001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37760" y="3657600"/>
            <a:ext cx="548640" cy="2743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CORRECTO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983480" y="39502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(a + b * (c - d))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66760" y="3931920"/>
            <a:ext cx="502920" cy="502920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3667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663440" y="4160520"/>
            <a:ext cx="24688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sintácticos no impiden la tokenización pero sí la construcción del árbol de análisis.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ERRORES SINTÁCTICOS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los identifica el parser?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286000" cy="822960"/>
          </a:xfrm>
          <a:prstGeom prst="rect">
            <a:avLst/>
          </a:prstGeom>
          <a:solidFill>
            <a:srgbClr val="8ECAE6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874520"/>
            <a:ext cx="530352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463040"/>
            <a:ext cx="2286000" cy="82296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463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(Analizador)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874520"/>
            <a:ext cx="530352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463040"/>
            <a:ext cx="2286000" cy="82296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463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965960"/>
            <a:ext cx="0" cy="548640"/>
          </a:xfrm>
          <a:prstGeom prst="line">
            <a:avLst/>
          </a:prstGeom>
          <a:noFill/>
          <a:ln w="25400">
            <a:solidFill>
              <a:srgbClr val="FF6B6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840480" y="2514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86868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54864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163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Descenso Recursivo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34564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no-terminal tiene una función. Detecta error cuando la función no puede expandir el token actual.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108960"/>
            <a:ext cx="4114800" cy="86868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108960"/>
            <a:ext cx="54864" cy="8686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912" y="3163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LL(1)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10912" y="34564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una tabla de análisis predictivo. Error cuando la celda de la tabla está vacía (entrada inválida).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4114800" cy="86868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114800"/>
            <a:ext cx="54864" cy="8686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4169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LR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" y="4462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cuando la acción en la tabla LR es 'error' para el estado actual y el token de entrada.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4114800"/>
            <a:ext cx="4114800" cy="86868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4114800"/>
            <a:ext cx="54864" cy="8686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9" name="Text 27"/>
          <p:cNvSpPr/>
          <p:nvPr/>
        </p:nvSpPr>
        <p:spPr>
          <a:xfrm>
            <a:off x="5010912" y="4169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Lookahead (k tokens)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10912" y="4462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los próximos k tokens para decidir qué producción aplicar y anticipar errores.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ERRORES SINTÁCTICOS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importante?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compilador no se detiene ante el primer error; informa múltiples errores en un solo pase.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406908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" y="1691640"/>
            <a:ext cx="457200" cy="45720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78408" y="17099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Pánico (Panic Mode)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tokens de la entrada hasta encontrar un token de sincronización (';', '}', 'end'). Simple pero puede omitir mucho código.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" y="2743200"/>
            <a:ext cx="3840480" cy="27432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Ejemplo: Error → descartar hasta encontrar ';'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554480"/>
            <a:ext cx="4069080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6" name="Shape 14"/>
          <p:cNvSpPr/>
          <p:nvPr/>
        </p:nvSpPr>
        <p:spPr>
          <a:xfrm>
            <a:off x="4864608" y="1691640"/>
            <a:ext cx="457200" cy="457200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13248" y="17099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a Nivel de Frase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82896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corrección local: inserta, elimina o reemplaza un token para que el análisis continúe normalmente.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82896" y="2743200"/>
            <a:ext cx="3840480" cy="274320"/>
          </a:xfrm>
          <a:prstGeom prst="rect">
            <a:avLst/>
          </a:prstGeom>
          <a:solidFill>
            <a:srgbClr val="FFD166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Ejemplo: Insertar ';' faltante automáticamente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291840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91840"/>
            <a:ext cx="406908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" y="3429000"/>
            <a:ext cx="457200" cy="457200"/>
          </a:xfrm>
          <a:prstGeom prst="rect">
            <a:avLst/>
          </a:prstGeom>
          <a:solidFill>
            <a:srgbClr val="FF6B6B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8408" y="3447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Producciones de Error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gramática incluye producciones especiales para construcciones erróneas frecuentes, permitiendo reconocerlas explícitamente.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" y="4480560"/>
            <a:ext cx="3840480" cy="274320"/>
          </a:xfrm>
          <a:prstGeom prst="rect">
            <a:avLst/>
          </a:prstGeom>
          <a:solidFill>
            <a:srgbClr val="FF6B6B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" y="4480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Ejemplo: expr → expr + + expr  (suma doble)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291840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291840"/>
            <a:ext cx="406908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2" name="Shape 30"/>
          <p:cNvSpPr/>
          <p:nvPr/>
        </p:nvSpPr>
        <p:spPr>
          <a:xfrm>
            <a:off x="4864608" y="3429000"/>
            <a:ext cx="457200" cy="45720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6460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13248" y="3447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Global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82896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 la secuencia de cambios mínimos al programa para hacerlo sintácticamente correcto. Costoso en tiempo, rara vez práctico.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82896" y="4480560"/>
            <a:ext cx="3840480" cy="274320"/>
          </a:xfrm>
          <a:prstGeom prst="rect">
            <a:avLst/>
          </a:prstGeom>
          <a:solidFill>
            <a:srgbClr val="06D6A0">
              <a:alpha val="2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4480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Ejemplo: Algoritmo de distancia de edición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0077B6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1188720"/>
            <a:ext cx="1828800" cy="182880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96012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9326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sintácticos violan las reglas gramaticales del lenguaje.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709928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6824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clasifican en: token inesperado, faltante, agrupación errónea y construcción ilegal.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459736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59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4323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detectados por el parser mediante técnicas LL, LR o descenso recursivo.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09544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1821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recuperación permite reportar múltiples errores en un solo pase de compilación.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Sintácticos — Análisis Sintáctico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Errores Sintácticos</dc:title>
  <dc:subject>PptxGenJS Presentation</dc:subject>
  <dc:creator>PptxGenJS</dc:creator>
  <cp:lastModifiedBy>PptxGenJS</cp:lastModifiedBy>
  <cp:revision>1</cp:revision>
  <dcterms:created xsi:type="dcterms:W3CDTF">2026-04-17T11:33:18Z</dcterms:created>
  <dcterms:modified xsi:type="dcterms:W3CDTF">2026-04-17T11:33:18Z</dcterms:modified>
</cp:coreProperties>
</file>